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GGHN STARR — Platform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Current Build Analysis  ·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042415"/>
            <a:ext cx="28346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15568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</a:rPr>
              <a:t>~35%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417320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Built to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042415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1042415"/>
            <a:ext cx="2834640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115568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417320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Pages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5" y="1042415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042415"/>
            <a:ext cx="2834640" cy="5486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1" y="1115568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B45A0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1" y="1417320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Partial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042415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042415"/>
            <a:ext cx="2834640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115568"/>
            <a:ext cx="2468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1417320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Pending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1792224"/>
            <a:ext cx="5669280" cy="237744"/>
          </a:xfrm>
          <a:prstGeom prst="rect">
            <a:avLst/>
          </a:prstGeom>
          <a:solidFill>
            <a:srgbClr val="E6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181051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</a:rPr>
              <a:t>BUILT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792224"/>
            <a:ext cx="5943600" cy="23774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1810512"/>
            <a:ext cx="5669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</a:rPr>
              <a:t>PARTIAL / 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16168" y="1792224"/>
            <a:ext cx="18288" cy="4846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" y="2167127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2103120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Homepage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2322576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Hero · rotating stats · 3 pillars · partner strip · newsletter signup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" y="2788920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724912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Policy Briefs  /briefs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2944368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Filterable grid (month &amp; theme) — 3 briefs live with PDF &amp; infographic downloads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" y="3410712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3346704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Brief Detail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356616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Executive summary · key messages · author bio · prev-next navigation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" y="4032504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968496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Experts  /experts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4187952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3 expert profile cards with specialties and bios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" y="4654296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4590288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Methodology  /methodology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" y="4809744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Tabbed explainer: SEIR models · NIPAD platform · GlobalPPS &amp; WHONET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" y="5276088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5212080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Contact  /contact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5431536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Formspree form with inquiry-type dropdown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" y="5897880"/>
            <a:ext cx="109728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5833872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Infrastructure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6053328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Static export · Tailwind v4 design system · GAS newsletter + Formspree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53328" y="2148839"/>
            <a:ext cx="804672" cy="1554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62472" y="2157984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45A09"/>
                </a:solidFill>
              </a:rPr>
              <a:t>PARTIAL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21031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Awareness Hub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23042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Briefs exist; no infographic gallery or explainer articles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3328" y="2606039"/>
            <a:ext cx="804672" cy="1554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62472" y="2615184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45A09"/>
                </a:solidFill>
              </a:rPr>
              <a:t>PARTIAL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25603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Education Library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27614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No audience segmentation (Public / HCW / Policymakers)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53328" y="3063239"/>
            <a:ext cx="804672" cy="1554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62472" y="3072384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45A09"/>
                </a:solidFill>
              </a:rPr>
              <a:t>PARTIAL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017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Social Media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2186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LinkedIn in footer only — no share buttons on content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3520439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62472" y="3529584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34747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Audience-Segmented CTAs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3675887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Single generic hero; no separate entry paths per audience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53328" y="3977639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62472" y="3986783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39319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News Section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4133087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/news listing + article pages not yet started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53328" y="4434840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62472" y="4443983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43891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Take Action Page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5902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No pledges, prescribing commitments, or advocacy toolkit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53328" y="4892040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62472" y="4901183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8463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Interactive AMR Data Map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50474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Mapping library + country-level AMR data not integrated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53328" y="5349240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62472" y="5358383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53035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Practical Tools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9440" y="55046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Stewardship checklists · quizzes · facility templates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53328" y="5806440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62472" y="5815583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57607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Analytics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59618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No GA4, Plausible, or event tracking wired 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53328" y="6263640"/>
            <a:ext cx="804672" cy="1554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62472" y="6272783"/>
            <a:ext cx="7955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91C1C"/>
                </a:solidFill>
              </a:rPr>
              <a:t>MISSING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49440" y="621792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Accessibility (a11y)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4944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No ARIA audit, skip-links, or screen-reader testing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1168" y="667512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</a:rPr>
              <a:t>GGHN STARR  ·  starr@gghn.org.ng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Recommended Build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Sequenced by platform impact  ·  High Priority first, then Medium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57150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060704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B91C1C"/>
                </a:solidFill>
              </a:rPr>
              <a:t>HIGH PRIORITY — Build Next 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042415"/>
            <a:ext cx="5833872" cy="25603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4" y="1060704"/>
            <a:ext cx="5577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B45A09"/>
                </a:solidFill>
              </a:rPr>
              <a:t>MEDIUM PRIORITY — Following Sprints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5896" y="1005840"/>
            <a:ext cx="18288" cy="5669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371600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371600"/>
            <a:ext cx="54864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63040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Audience-Segmented CTAs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737360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Rework hero with 3 distinct audience entry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011679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Separate landing sections per audience (Public / HCW / Policy)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286000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Tag all existing content by target audience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2724912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2724912"/>
            <a:ext cx="54864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16352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Analytics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090672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Add GA4 or Plausible to root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364991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Event tracking on downloads, CTAs, and newsletter signups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639312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Conversion funnel reporting from launch 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4078224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4078224"/>
            <a:ext cx="54864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169663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News Section  (/news)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443984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News listing page with category filters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718304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Article detail pages with publish date &amp; author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992624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Social share buttons (LinkedIn, Twitter/X, WhatsApp)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5431536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5431536"/>
            <a:ext cx="54864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522975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Take Action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797296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Public pledge / commitment 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071616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Prescribing commitment tool for healthcare workers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6345936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Downloadable advocacy toolkit for policymakers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1371600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1371600"/>
            <a:ext cx="54864" cy="12801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1463040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Awareness Hub &amp; Education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1737360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Infographic gallery with filter by theme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2011679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Short explainer articles per audience segment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2286000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Audience filter across all resource pages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4768" y="2724912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4768" y="2724912"/>
            <a:ext cx="54864" cy="12801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816352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Practical Tools Suite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3090672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Interactive stewardship checklist builder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364991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Self-assessment quiz flows with scored 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639312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Downloadable facility reporting templates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4078224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4078224"/>
            <a:ext cx="54864" cy="12801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169663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Interactive AMR Data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4443984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Leaflet or Mapbox library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4718304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Country-level AMR burden data overlay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4992624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Drill-down to sub-national data where available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5431536"/>
            <a:ext cx="5715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44768" y="5431536"/>
            <a:ext cx="54864" cy="12801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5522975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Accessibility &amp; Social Integration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5797296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Full ARIA landmark audit and skip-link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6071616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Screen reader and colour-contrast testing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6345936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-&gt;  Share buttons on all brief and news pages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168" y="667512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</a:rPr>
              <a:t>GGHN STARR  ·  starr@gghn.org.ng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